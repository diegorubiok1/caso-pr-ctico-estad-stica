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959888" cy="32759650"/>
  <p:notesSz cx="6858000" cy="9144000"/>
  <p:defaultTextStyle>
    <a:defPPr>
      <a:defRPr lang="es-ES"/>
    </a:defPPr>
    <a:lvl1pPr marL="0" algn="l" defTabSz="2626523" rtl="0" eaLnBrk="1" latinLnBrk="0" hangingPunct="1">
      <a:defRPr sz="5170" kern="1200">
        <a:solidFill>
          <a:schemeClr val="tx1"/>
        </a:solidFill>
        <a:latin typeface="+mn-lt"/>
        <a:ea typeface="+mn-ea"/>
        <a:cs typeface="+mn-cs"/>
      </a:defRPr>
    </a:lvl1pPr>
    <a:lvl2pPr marL="1313261" algn="l" defTabSz="2626523" rtl="0" eaLnBrk="1" latinLnBrk="0" hangingPunct="1">
      <a:defRPr sz="5170" kern="1200">
        <a:solidFill>
          <a:schemeClr val="tx1"/>
        </a:solidFill>
        <a:latin typeface="+mn-lt"/>
        <a:ea typeface="+mn-ea"/>
        <a:cs typeface="+mn-cs"/>
      </a:defRPr>
    </a:lvl2pPr>
    <a:lvl3pPr marL="2626523" algn="l" defTabSz="2626523" rtl="0" eaLnBrk="1" latinLnBrk="0" hangingPunct="1">
      <a:defRPr sz="5170" kern="1200">
        <a:solidFill>
          <a:schemeClr val="tx1"/>
        </a:solidFill>
        <a:latin typeface="+mn-lt"/>
        <a:ea typeface="+mn-ea"/>
        <a:cs typeface="+mn-cs"/>
      </a:defRPr>
    </a:lvl3pPr>
    <a:lvl4pPr marL="3939784" algn="l" defTabSz="2626523" rtl="0" eaLnBrk="1" latinLnBrk="0" hangingPunct="1">
      <a:defRPr sz="5170" kern="1200">
        <a:solidFill>
          <a:schemeClr val="tx1"/>
        </a:solidFill>
        <a:latin typeface="+mn-lt"/>
        <a:ea typeface="+mn-ea"/>
        <a:cs typeface="+mn-cs"/>
      </a:defRPr>
    </a:lvl4pPr>
    <a:lvl5pPr marL="5253045" algn="l" defTabSz="2626523" rtl="0" eaLnBrk="1" latinLnBrk="0" hangingPunct="1">
      <a:defRPr sz="5170" kern="1200">
        <a:solidFill>
          <a:schemeClr val="tx1"/>
        </a:solidFill>
        <a:latin typeface="+mn-lt"/>
        <a:ea typeface="+mn-ea"/>
        <a:cs typeface="+mn-cs"/>
      </a:defRPr>
    </a:lvl5pPr>
    <a:lvl6pPr marL="6566306" algn="l" defTabSz="2626523" rtl="0" eaLnBrk="1" latinLnBrk="0" hangingPunct="1">
      <a:defRPr sz="5170" kern="1200">
        <a:solidFill>
          <a:schemeClr val="tx1"/>
        </a:solidFill>
        <a:latin typeface="+mn-lt"/>
        <a:ea typeface="+mn-ea"/>
        <a:cs typeface="+mn-cs"/>
      </a:defRPr>
    </a:lvl6pPr>
    <a:lvl7pPr marL="7879568" algn="l" defTabSz="2626523" rtl="0" eaLnBrk="1" latinLnBrk="0" hangingPunct="1">
      <a:defRPr sz="5170" kern="1200">
        <a:solidFill>
          <a:schemeClr val="tx1"/>
        </a:solidFill>
        <a:latin typeface="+mn-lt"/>
        <a:ea typeface="+mn-ea"/>
        <a:cs typeface="+mn-cs"/>
      </a:defRPr>
    </a:lvl7pPr>
    <a:lvl8pPr marL="9192829" algn="l" defTabSz="2626523" rtl="0" eaLnBrk="1" latinLnBrk="0" hangingPunct="1">
      <a:defRPr sz="5170" kern="1200">
        <a:solidFill>
          <a:schemeClr val="tx1"/>
        </a:solidFill>
        <a:latin typeface="+mn-lt"/>
        <a:ea typeface="+mn-ea"/>
        <a:cs typeface="+mn-cs"/>
      </a:defRPr>
    </a:lvl8pPr>
    <a:lvl9pPr marL="10506090" algn="l" defTabSz="2626523" rtl="0" eaLnBrk="1" latinLnBrk="0" hangingPunct="1">
      <a:defRPr sz="51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4660"/>
  </p:normalViewPr>
  <p:slideViewPr>
    <p:cSldViewPr snapToGrid="0">
      <p:cViewPr varScale="1">
        <p:scale>
          <a:sx n="18" d="100"/>
          <a:sy n="18" d="100"/>
        </p:scale>
        <p:origin x="238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6992" y="5361362"/>
            <a:ext cx="18665905" cy="11405211"/>
          </a:xfrm>
        </p:spPr>
        <p:txBody>
          <a:bodyPr anchor="b"/>
          <a:lstStyle>
            <a:lvl1pPr algn="ctr">
              <a:defRPr sz="144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4986" y="17206402"/>
            <a:ext cx="16469916" cy="7909330"/>
          </a:xfrm>
        </p:spPr>
        <p:txBody>
          <a:bodyPr/>
          <a:lstStyle>
            <a:lvl1pPr marL="0" indent="0" algn="ctr">
              <a:buNone/>
              <a:defRPr sz="5764"/>
            </a:lvl1pPr>
            <a:lvl2pPr marL="1098012" indent="0" algn="ctr">
              <a:buNone/>
              <a:defRPr sz="4803"/>
            </a:lvl2pPr>
            <a:lvl3pPr marL="2196023" indent="0" algn="ctr">
              <a:buNone/>
              <a:defRPr sz="4323"/>
            </a:lvl3pPr>
            <a:lvl4pPr marL="3294035" indent="0" algn="ctr">
              <a:buNone/>
              <a:defRPr sz="3843"/>
            </a:lvl4pPr>
            <a:lvl5pPr marL="4392046" indent="0" algn="ctr">
              <a:buNone/>
              <a:defRPr sz="3843"/>
            </a:lvl5pPr>
            <a:lvl6pPr marL="5490058" indent="0" algn="ctr">
              <a:buNone/>
              <a:defRPr sz="3843"/>
            </a:lvl6pPr>
            <a:lvl7pPr marL="6588069" indent="0" algn="ctr">
              <a:buNone/>
              <a:defRPr sz="3843"/>
            </a:lvl7pPr>
            <a:lvl8pPr marL="7686081" indent="0" algn="ctr">
              <a:buNone/>
              <a:defRPr sz="3843"/>
            </a:lvl8pPr>
            <a:lvl9pPr marL="8784092" indent="0" algn="ctr">
              <a:buNone/>
              <a:defRPr sz="384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357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7532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8306" y="8167172"/>
            <a:ext cx="18940403" cy="13627102"/>
          </a:xfrm>
        </p:spPr>
        <p:txBody>
          <a:bodyPr anchor="b"/>
          <a:lstStyle>
            <a:lvl1pPr>
              <a:defRPr sz="144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8306" y="21923192"/>
            <a:ext cx="18940403" cy="7166171"/>
          </a:xfrm>
        </p:spPr>
        <p:txBody>
          <a:bodyPr/>
          <a:lstStyle>
            <a:lvl1pPr marL="0" indent="0">
              <a:buNone/>
              <a:defRPr sz="5764">
                <a:solidFill>
                  <a:schemeClr val="tx1"/>
                </a:solidFill>
              </a:defRPr>
            </a:lvl1pPr>
            <a:lvl2pPr marL="1098012" indent="0">
              <a:buNone/>
              <a:defRPr sz="4803">
                <a:solidFill>
                  <a:schemeClr val="tx1">
                    <a:tint val="75000"/>
                  </a:schemeClr>
                </a:solidFill>
              </a:defRPr>
            </a:lvl2pPr>
            <a:lvl3pPr marL="2196023" indent="0">
              <a:buNone/>
              <a:defRPr sz="4323">
                <a:solidFill>
                  <a:schemeClr val="tx1">
                    <a:tint val="75000"/>
                  </a:schemeClr>
                </a:solidFill>
              </a:defRPr>
            </a:lvl3pPr>
            <a:lvl4pPr marL="3294035" indent="0">
              <a:buNone/>
              <a:defRPr sz="3843">
                <a:solidFill>
                  <a:schemeClr val="tx1">
                    <a:tint val="75000"/>
                  </a:schemeClr>
                </a:solidFill>
              </a:defRPr>
            </a:lvl4pPr>
            <a:lvl5pPr marL="4392046" indent="0">
              <a:buNone/>
              <a:defRPr sz="3843">
                <a:solidFill>
                  <a:schemeClr val="tx1">
                    <a:tint val="75000"/>
                  </a:schemeClr>
                </a:solidFill>
              </a:defRPr>
            </a:lvl5pPr>
            <a:lvl6pPr marL="5490058" indent="0">
              <a:buNone/>
              <a:defRPr sz="3843">
                <a:solidFill>
                  <a:schemeClr val="tx1">
                    <a:tint val="75000"/>
                  </a:schemeClr>
                </a:solidFill>
              </a:defRPr>
            </a:lvl6pPr>
            <a:lvl7pPr marL="6588069" indent="0">
              <a:buNone/>
              <a:defRPr sz="3843">
                <a:solidFill>
                  <a:schemeClr val="tx1">
                    <a:tint val="75000"/>
                  </a:schemeClr>
                </a:solidFill>
              </a:defRPr>
            </a:lvl7pPr>
            <a:lvl8pPr marL="7686081" indent="0">
              <a:buNone/>
              <a:defRPr sz="3843">
                <a:solidFill>
                  <a:schemeClr val="tx1">
                    <a:tint val="75000"/>
                  </a:schemeClr>
                </a:solidFill>
              </a:defRPr>
            </a:lvl8pPr>
            <a:lvl9pPr marL="8784092" indent="0">
              <a:buNone/>
              <a:defRPr sz="38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632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9743" y="8720740"/>
            <a:ext cx="9332952" cy="2078569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17194" y="8720740"/>
            <a:ext cx="9332952" cy="2078569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821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603" y="1744155"/>
            <a:ext cx="18940403" cy="633201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605" y="8030666"/>
            <a:ext cx="9290060" cy="3935706"/>
          </a:xfrm>
        </p:spPr>
        <p:txBody>
          <a:bodyPr anchor="b"/>
          <a:lstStyle>
            <a:lvl1pPr marL="0" indent="0">
              <a:buNone/>
              <a:defRPr sz="5764" b="1"/>
            </a:lvl1pPr>
            <a:lvl2pPr marL="1098012" indent="0">
              <a:buNone/>
              <a:defRPr sz="4803" b="1"/>
            </a:lvl2pPr>
            <a:lvl3pPr marL="2196023" indent="0">
              <a:buNone/>
              <a:defRPr sz="4323" b="1"/>
            </a:lvl3pPr>
            <a:lvl4pPr marL="3294035" indent="0">
              <a:buNone/>
              <a:defRPr sz="3843" b="1"/>
            </a:lvl4pPr>
            <a:lvl5pPr marL="4392046" indent="0">
              <a:buNone/>
              <a:defRPr sz="3843" b="1"/>
            </a:lvl5pPr>
            <a:lvl6pPr marL="5490058" indent="0">
              <a:buNone/>
              <a:defRPr sz="3843" b="1"/>
            </a:lvl6pPr>
            <a:lvl7pPr marL="6588069" indent="0">
              <a:buNone/>
              <a:defRPr sz="3843" b="1"/>
            </a:lvl7pPr>
            <a:lvl8pPr marL="7686081" indent="0">
              <a:buNone/>
              <a:defRPr sz="3843" b="1"/>
            </a:lvl8pPr>
            <a:lvl9pPr marL="8784092" indent="0">
              <a:buNone/>
              <a:defRPr sz="3843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605" y="11966372"/>
            <a:ext cx="9290060" cy="17600731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17194" y="8030666"/>
            <a:ext cx="9335813" cy="3935706"/>
          </a:xfrm>
        </p:spPr>
        <p:txBody>
          <a:bodyPr anchor="b"/>
          <a:lstStyle>
            <a:lvl1pPr marL="0" indent="0">
              <a:buNone/>
              <a:defRPr sz="5764" b="1"/>
            </a:lvl1pPr>
            <a:lvl2pPr marL="1098012" indent="0">
              <a:buNone/>
              <a:defRPr sz="4803" b="1"/>
            </a:lvl2pPr>
            <a:lvl3pPr marL="2196023" indent="0">
              <a:buNone/>
              <a:defRPr sz="4323" b="1"/>
            </a:lvl3pPr>
            <a:lvl4pPr marL="3294035" indent="0">
              <a:buNone/>
              <a:defRPr sz="3843" b="1"/>
            </a:lvl4pPr>
            <a:lvl5pPr marL="4392046" indent="0">
              <a:buNone/>
              <a:defRPr sz="3843" b="1"/>
            </a:lvl5pPr>
            <a:lvl6pPr marL="5490058" indent="0">
              <a:buNone/>
              <a:defRPr sz="3843" b="1"/>
            </a:lvl6pPr>
            <a:lvl7pPr marL="6588069" indent="0">
              <a:buNone/>
              <a:defRPr sz="3843" b="1"/>
            </a:lvl7pPr>
            <a:lvl8pPr marL="7686081" indent="0">
              <a:buNone/>
              <a:defRPr sz="3843" b="1"/>
            </a:lvl8pPr>
            <a:lvl9pPr marL="8784092" indent="0">
              <a:buNone/>
              <a:defRPr sz="3843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17194" y="11966372"/>
            <a:ext cx="9335813" cy="17600731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851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2269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354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603" y="2183977"/>
            <a:ext cx="7082635" cy="7643918"/>
          </a:xfrm>
        </p:spPr>
        <p:txBody>
          <a:bodyPr anchor="b"/>
          <a:lstStyle>
            <a:lvl1pPr>
              <a:defRPr sz="768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5813" y="4716790"/>
            <a:ext cx="11117193" cy="23280585"/>
          </a:xfrm>
        </p:spPr>
        <p:txBody>
          <a:bodyPr/>
          <a:lstStyle>
            <a:lvl1pPr>
              <a:defRPr sz="7685"/>
            </a:lvl1pPr>
            <a:lvl2pPr>
              <a:defRPr sz="6724"/>
            </a:lvl2pPr>
            <a:lvl3pPr>
              <a:defRPr sz="5764"/>
            </a:lvl3pPr>
            <a:lvl4pPr>
              <a:defRPr sz="4803"/>
            </a:lvl4pPr>
            <a:lvl5pPr>
              <a:defRPr sz="4803"/>
            </a:lvl5pPr>
            <a:lvl6pPr>
              <a:defRPr sz="4803"/>
            </a:lvl6pPr>
            <a:lvl7pPr>
              <a:defRPr sz="4803"/>
            </a:lvl7pPr>
            <a:lvl8pPr>
              <a:defRPr sz="4803"/>
            </a:lvl8pPr>
            <a:lvl9pPr>
              <a:defRPr sz="480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603" y="9827895"/>
            <a:ext cx="7082635" cy="18207391"/>
          </a:xfrm>
        </p:spPr>
        <p:txBody>
          <a:bodyPr/>
          <a:lstStyle>
            <a:lvl1pPr marL="0" indent="0">
              <a:buNone/>
              <a:defRPr sz="3843"/>
            </a:lvl1pPr>
            <a:lvl2pPr marL="1098012" indent="0">
              <a:buNone/>
              <a:defRPr sz="3362"/>
            </a:lvl2pPr>
            <a:lvl3pPr marL="2196023" indent="0">
              <a:buNone/>
              <a:defRPr sz="2882"/>
            </a:lvl3pPr>
            <a:lvl4pPr marL="3294035" indent="0">
              <a:buNone/>
              <a:defRPr sz="2402"/>
            </a:lvl4pPr>
            <a:lvl5pPr marL="4392046" indent="0">
              <a:buNone/>
              <a:defRPr sz="2402"/>
            </a:lvl5pPr>
            <a:lvl6pPr marL="5490058" indent="0">
              <a:buNone/>
              <a:defRPr sz="2402"/>
            </a:lvl6pPr>
            <a:lvl7pPr marL="6588069" indent="0">
              <a:buNone/>
              <a:defRPr sz="2402"/>
            </a:lvl7pPr>
            <a:lvl8pPr marL="7686081" indent="0">
              <a:buNone/>
              <a:defRPr sz="2402"/>
            </a:lvl8pPr>
            <a:lvl9pPr marL="8784092" indent="0">
              <a:buNone/>
              <a:defRPr sz="2402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984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603" y="2183977"/>
            <a:ext cx="7082635" cy="7643918"/>
          </a:xfrm>
        </p:spPr>
        <p:txBody>
          <a:bodyPr anchor="b"/>
          <a:lstStyle>
            <a:lvl1pPr>
              <a:defRPr sz="768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35813" y="4716790"/>
            <a:ext cx="11117193" cy="23280585"/>
          </a:xfrm>
        </p:spPr>
        <p:txBody>
          <a:bodyPr anchor="t"/>
          <a:lstStyle>
            <a:lvl1pPr marL="0" indent="0">
              <a:buNone/>
              <a:defRPr sz="7685"/>
            </a:lvl1pPr>
            <a:lvl2pPr marL="1098012" indent="0">
              <a:buNone/>
              <a:defRPr sz="6724"/>
            </a:lvl2pPr>
            <a:lvl3pPr marL="2196023" indent="0">
              <a:buNone/>
              <a:defRPr sz="5764"/>
            </a:lvl3pPr>
            <a:lvl4pPr marL="3294035" indent="0">
              <a:buNone/>
              <a:defRPr sz="4803"/>
            </a:lvl4pPr>
            <a:lvl5pPr marL="4392046" indent="0">
              <a:buNone/>
              <a:defRPr sz="4803"/>
            </a:lvl5pPr>
            <a:lvl6pPr marL="5490058" indent="0">
              <a:buNone/>
              <a:defRPr sz="4803"/>
            </a:lvl6pPr>
            <a:lvl7pPr marL="6588069" indent="0">
              <a:buNone/>
              <a:defRPr sz="4803"/>
            </a:lvl7pPr>
            <a:lvl8pPr marL="7686081" indent="0">
              <a:buNone/>
              <a:defRPr sz="4803"/>
            </a:lvl8pPr>
            <a:lvl9pPr marL="8784092" indent="0">
              <a:buNone/>
              <a:defRPr sz="480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603" y="9827895"/>
            <a:ext cx="7082635" cy="18207391"/>
          </a:xfrm>
        </p:spPr>
        <p:txBody>
          <a:bodyPr/>
          <a:lstStyle>
            <a:lvl1pPr marL="0" indent="0">
              <a:buNone/>
              <a:defRPr sz="3843"/>
            </a:lvl1pPr>
            <a:lvl2pPr marL="1098012" indent="0">
              <a:buNone/>
              <a:defRPr sz="3362"/>
            </a:lvl2pPr>
            <a:lvl3pPr marL="2196023" indent="0">
              <a:buNone/>
              <a:defRPr sz="2882"/>
            </a:lvl3pPr>
            <a:lvl4pPr marL="3294035" indent="0">
              <a:buNone/>
              <a:defRPr sz="2402"/>
            </a:lvl4pPr>
            <a:lvl5pPr marL="4392046" indent="0">
              <a:buNone/>
              <a:defRPr sz="2402"/>
            </a:lvl5pPr>
            <a:lvl6pPr marL="5490058" indent="0">
              <a:buNone/>
              <a:defRPr sz="2402"/>
            </a:lvl6pPr>
            <a:lvl7pPr marL="6588069" indent="0">
              <a:buNone/>
              <a:defRPr sz="2402"/>
            </a:lvl7pPr>
            <a:lvl8pPr marL="7686081" indent="0">
              <a:buNone/>
              <a:defRPr sz="2402"/>
            </a:lvl8pPr>
            <a:lvl9pPr marL="8784092" indent="0">
              <a:buNone/>
              <a:defRPr sz="2402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276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382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15046" y="1744148"/>
            <a:ext cx="4735101" cy="2776228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9743" y="1744148"/>
            <a:ext cx="13930804" cy="27762289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010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9743" y="1744155"/>
            <a:ext cx="18940403" cy="6332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9743" y="8720740"/>
            <a:ext cx="18940403" cy="20785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9742" y="30363349"/>
            <a:ext cx="4940975" cy="1744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F5C0-9AEF-4218-9DC5-CA96FCC4DCA7}" type="datetimeFigureOut">
              <a:rPr lang="es-ES" smtClean="0"/>
              <a:t>16/07/2025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74213" y="30363349"/>
            <a:ext cx="7411462" cy="1744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09171" y="30363349"/>
            <a:ext cx="4940975" cy="1744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A66E-7FA4-4CED-9AC4-4D079AEA80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979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96023" rtl="0" eaLnBrk="1" latinLnBrk="0" hangingPunct="1">
        <a:lnSpc>
          <a:spcPct val="90000"/>
        </a:lnSpc>
        <a:spcBef>
          <a:spcPct val="0"/>
        </a:spcBef>
        <a:buNone/>
        <a:defRPr sz="10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9006" indent="-549006" algn="l" defTabSz="2196023" rtl="0" eaLnBrk="1" latinLnBrk="0" hangingPunct="1">
        <a:lnSpc>
          <a:spcPct val="90000"/>
        </a:lnSpc>
        <a:spcBef>
          <a:spcPts val="2402"/>
        </a:spcBef>
        <a:buFont typeface="Arial" panose="020B0604020202020204" pitchFamily="34" charset="0"/>
        <a:buChar char="•"/>
        <a:defRPr sz="6724" kern="1200">
          <a:solidFill>
            <a:schemeClr val="tx1"/>
          </a:solidFill>
          <a:latin typeface="+mn-lt"/>
          <a:ea typeface="+mn-ea"/>
          <a:cs typeface="+mn-cs"/>
        </a:defRPr>
      </a:lvl1pPr>
      <a:lvl2pPr marL="1647017" indent="-549006" algn="l" defTabSz="2196023" rtl="0" eaLnBrk="1" latinLnBrk="0" hangingPunct="1">
        <a:lnSpc>
          <a:spcPct val="90000"/>
        </a:lnSpc>
        <a:spcBef>
          <a:spcPts val="1201"/>
        </a:spcBef>
        <a:buFont typeface="Arial" panose="020B0604020202020204" pitchFamily="34" charset="0"/>
        <a:buChar char="•"/>
        <a:defRPr sz="5764" kern="1200">
          <a:solidFill>
            <a:schemeClr val="tx1"/>
          </a:solidFill>
          <a:latin typeface="+mn-lt"/>
          <a:ea typeface="+mn-ea"/>
          <a:cs typeface="+mn-cs"/>
        </a:defRPr>
      </a:lvl2pPr>
      <a:lvl3pPr marL="2745029" indent="-549006" algn="l" defTabSz="2196023" rtl="0" eaLnBrk="1" latinLnBrk="0" hangingPunct="1">
        <a:lnSpc>
          <a:spcPct val="90000"/>
        </a:lnSpc>
        <a:spcBef>
          <a:spcPts val="1201"/>
        </a:spcBef>
        <a:buFont typeface="Arial" panose="020B0604020202020204" pitchFamily="34" charset="0"/>
        <a:buChar char="•"/>
        <a:defRPr sz="4803" kern="1200">
          <a:solidFill>
            <a:schemeClr val="tx1"/>
          </a:solidFill>
          <a:latin typeface="+mn-lt"/>
          <a:ea typeface="+mn-ea"/>
          <a:cs typeface="+mn-cs"/>
        </a:defRPr>
      </a:lvl3pPr>
      <a:lvl4pPr marL="3843040" indent="-549006" algn="l" defTabSz="2196023" rtl="0" eaLnBrk="1" latinLnBrk="0" hangingPunct="1">
        <a:lnSpc>
          <a:spcPct val="90000"/>
        </a:lnSpc>
        <a:spcBef>
          <a:spcPts val="1201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4pPr>
      <a:lvl5pPr marL="4941052" indent="-549006" algn="l" defTabSz="2196023" rtl="0" eaLnBrk="1" latinLnBrk="0" hangingPunct="1">
        <a:lnSpc>
          <a:spcPct val="90000"/>
        </a:lnSpc>
        <a:spcBef>
          <a:spcPts val="1201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5pPr>
      <a:lvl6pPr marL="6039063" indent="-549006" algn="l" defTabSz="2196023" rtl="0" eaLnBrk="1" latinLnBrk="0" hangingPunct="1">
        <a:lnSpc>
          <a:spcPct val="90000"/>
        </a:lnSpc>
        <a:spcBef>
          <a:spcPts val="1201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6pPr>
      <a:lvl7pPr marL="7137075" indent="-549006" algn="l" defTabSz="2196023" rtl="0" eaLnBrk="1" latinLnBrk="0" hangingPunct="1">
        <a:lnSpc>
          <a:spcPct val="90000"/>
        </a:lnSpc>
        <a:spcBef>
          <a:spcPts val="1201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7pPr>
      <a:lvl8pPr marL="8235086" indent="-549006" algn="l" defTabSz="2196023" rtl="0" eaLnBrk="1" latinLnBrk="0" hangingPunct="1">
        <a:lnSpc>
          <a:spcPct val="90000"/>
        </a:lnSpc>
        <a:spcBef>
          <a:spcPts val="1201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8pPr>
      <a:lvl9pPr marL="9333098" indent="-549006" algn="l" defTabSz="2196023" rtl="0" eaLnBrk="1" latinLnBrk="0" hangingPunct="1">
        <a:lnSpc>
          <a:spcPct val="90000"/>
        </a:lnSpc>
        <a:spcBef>
          <a:spcPts val="1201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6023" rtl="0" eaLnBrk="1" latinLnBrk="0" hangingPunct="1">
        <a:defRPr sz="4323" kern="1200">
          <a:solidFill>
            <a:schemeClr val="tx1"/>
          </a:solidFill>
          <a:latin typeface="+mn-lt"/>
          <a:ea typeface="+mn-ea"/>
          <a:cs typeface="+mn-cs"/>
        </a:defRPr>
      </a:lvl1pPr>
      <a:lvl2pPr marL="1098012" algn="l" defTabSz="2196023" rtl="0" eaLnBrk="1" latinLnBrk="0" hangingPunct="1"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196023" algn="l" defTabSz="2196023" rtl="0" eaLnBrk="1" latinLnBrk="0" hangingPunct="1">
        <a:defRPr sz="4323" kern="1200">
          <a:solidFill>
            <a:schemeClr val="tx1"/>
          </a:solidFill>
          <a:latin typeface="+mn-lt"/>
          <a:ea typeface="+mn-ea"/>
          <a:cs typeface="+mn-cs"/>
        </a:defRPr>
      </a:lvl3pPr>
      <a:lvl4pPr marL="3294035" algn="l" defTabSz="2196023" rtl="0" eaLnBrk="1" latinLnBrk="0" hangingPunct="1">
        <a:defRPr sz="4323" kern="1200">
          <a:solidFill>
            <a:schemeClr val="tx1"/>
          </a:solidFill>
          <a:latin typeface="+mn-lt"/>
          <a:ea typeface="+mn-ea"/>
          <a:cs typeface="+mn-cs"/>
        </a:defRPr>
      </a:lvl4pPr>
      <a:lvl5pPr marL="4392046" algn="l" defTabSz="2196023" rtl="0" eaLnBrk="1" latinLnBrk="0" hangingPunct="1">
        <a:defRPr sz="4323" kern="1200">
          <a:solidFill>
            <a:schemeClr val="tx1"/>
          </a:solidFill>
          <a:latin typeface="+mn-lt"/>
          <a:ea typeface="+mn-ea"/>
          <a:cs typeface="+mn-cs"/>
        </a:defRPr>
      </a:lvl5pPr>
      <a:lvl6pPr marL="5490058" algn="l" defTabSz="2196023" rtl="0" eaLnBrk="1" latinLnBrk="0" hangingPunct="1">
        <a:defRPr sz="4323" kern="1200">
          <a:solidFill>
            <a:schemeClr val="tx1"/>
          </a:solidFill>
          <a:latin typeface="+mn-lt"/>
          <a:ea typeface="+mn-ea"/>
          <a:cs typeface="+mn-cs"/>
        </a:defRPr>
      </a:lvl6pPr>
      <a:lvl7pPr marL="6588069" algn="l" defTabSz="2196023" rtl="0" eaLnBrk="1" latinLnBrk="0" hangingPunct="1">
        <a:defRPr sz="4323" kern="1200">
          <a:solidFill>
            <a:schemeClr val="tx1"/>
          </a:solidFill>
          <a:latin typeface="+mn-lt"/>
          <a:ea typeface="+mn-ea"/>
          <a:cs typeface="+mn-cs"/>
        </a:defRPr>
      </a:lvl7pPr>
      <a:lvl8pPr marL="7686081" algn="l" defTabSz="2196023" rtl="0" eaLnBrk="1" latinLnBrk="0" hangingPunct="1">
        <a:defRPr sz="4323" kern="1200">
          <a:solidFill>
            <a:schemeClr val="tx1"/>
          </a:solidFill>
          <a:latin typeface="+mn-lt"/>
          <a:ea typeface="+mn-ea"/>
          <a:cs typeface="+mn-cs"/>
        </a:defRPr>
      </a:lvl8pPr>
      <a:lvl9pPr marL="8784092" algn="l" defTabSz="2196023" rtl="0" eaLnBrk="1" latinLnBrk="0" hangingPunct="1">
        <a:defRPr sz="4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1413164" y="1122218"/>
            <a:ext cx="19119272" cy="224676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0000" dirty="0">
                <a:solidFill>
                  <a:schemeClr val="bg1"/>
                </a:solidFill>
              </a:rPr>
              <a:t>Título del trabajo</a:t>
            </a:r>
          </a:p>
          <a:p>
            <a:pPr algn="ctr"/>
            <a:r>
              <a:rPr lang="es-ES" sz="4000" dirty="0">
                <a:solidFill>
                  <a:schemeClr val="bg1"/>
                </a:solidFill>
              </a:rPr>
              <a:t>Autores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563195" y="4038522"/>
            <a:ext cx="8178918" cy="88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INTRODUCCIÓN Y OBJETIVOS</a:t>
            </a:r>
          </a:p>
        </p:txBody>
      </p:sp>
      <p:sp>
        <p:nvSpPr>
          <p:cNvPr id="11" name="Text Box 272"/>
          <p:cNvSpPr txBox="1">
            <a:spLocks noChangeArrowheads="1"/>
          </p:cNvSpPr>
          <p:nvPr/>
        </p:nvSpPr>
        <p:spPr bwMode="auto">
          <a:xfrm>
            <a:off x="1122218" y="5305047"/>
            <a:ext cx="9060873" cy="5408755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  <p:txBody>
          <a:bodyPr wrap="square" lIns="163623" tIns="163623" rIns="163623" bIns="163623">
            <a:spAutoFit/>
          </a:bodyPr>
          <a:lstStyle>
            <a:lvl1pPr defTabSz="8382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419100" defTabSz="8382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838200" defTabSz="8382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257300" defTabSz="8382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676400" defTabSz="8382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1336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5908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0480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052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kern="0" dirty="0">
                <a:solidFill>
                  <a:prstClr val="black"/>
                </a:solidFill>
                <a:latin typeface="Calibri"/>
              </a:rPr>
              <a:t>(La amplitud de estos recuadros puede variarse según las necesidades del estudio)</a:t>
            </a: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kern="0" dirty="0">
                <a:solidFill>
                  <a:prstClr val="black"/>
                </a:solidFill>
                <a:latin typeface="Calibri"/>
              </a:rPr>
              <a:t>Planteamiento general del estudio y sus objetivos. Descripción de los datos utilizados. </a:t>
            </a: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" name="Text Box 272"/>
          <p:cNvSpPr txBox="1">
            <a:spLocks noChangeArrowheads="1"/>
          </p:cNvSpPr>
          <p:nvPr/>
        </p:nvSpPr>
        <p:spPr bwMode="auto">
          <a:xfrm>
            <a:off x="11346873" y="15896046"/>
            <a:ext cx="9185563" cy="9563739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  <p:txBody>
          <a:bodyPr wrap="square" lIns="163623" tIns="163623" rIns="163623" bIns="163623">
            <a:spAutoFit/>
          </a:bodyPr>
          <a:lstStyle>
            <a:lvl1pPr defTabSz="8382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419100" defTabSz="8382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838200" defTabSz="8382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257300" defTabSz="8382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676400" defTabSz="8382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1336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5908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0480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052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kern="0" dirty="0">
                <a:solidFill>
                  <a:prstClr val="black"/>
                </a:solidFill>
                <a:latin typeface="Calibri"/>
              </a:rPr>
              <a:t>Planteamiento de la regresión múltiple entre nuestra variable “principal” y el resto de variables utilizadas. Valoración de la regresión y predicciones a partir de esa recta.</a:t>
            </a: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kern="0" dirty="0">
                <a:solidFill>
                  <a:prstClr val="black"/>
                </a:solidFill>
                <a:latin typeface="Calibri"/>
              </a:rPr>
              <a:t>EN CUALQUIERA DE LOS APARTADOS SE PUEDEN INCLUIR LOS GRÁFICOS, FOTOGRAFÍAS E HIPERVÍCULOS QUE CONSIDERE NECESARIOS.</a:t>
            </a: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277890" y="11178464"/>
            <a:ext cx="6733308" cy="88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ESTUDIO DESCRIPTIVO</a:t>
            </a:r>
          </a:p>
        </p:txBody>
      </p:sp>
      <p:sp>
        <p:nvSpPr>
          <p:cNvPr id="15" name="Text Box 272"/>
          <p:cNvSpPr txBox="1">
            <a:spLocks noChangeArrowheads="1"/>
          </p:cNvSpPr>
          <p:nvPr/>
        </p:nvSpPr>
        <p:spPr bwMode="auto">
          <a:xfrm>
            <a:off x="1105996" y="12510367"/>
            <a:ext cx="9077096" cy="10025403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  <p:txBody>
          <a:bodyPr wrap="square" lIns="163623" tIns="163623" rIns="163623" bIns="163623">
            <a:spAutoFit/>
          </a:bodyPr>
          <a:lstStyle>
            <a:lvl1pPr defTabSz="8382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419100" defTabSz="8382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838200" defTabSz="8382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257300" defTabSz="8382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676400" defTabSz="8382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1336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5908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0480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052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000" b="0" i="0" u="none" strike="noStrike" kern="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Medidas de tendencia central y dispersión,</a:t>
            </a:r>
            <a:r>
              <a:rPr kumimoji="0" lang="es-ES" sz="3000" b="0" i="0" u="none" strike="noStrike" kern="0" cap="none" spc="0" normalizeH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de la variable “principal”, </a:t>
            </a:r>
            <a:r>
              <a:rPr kumimoji="0" lang="es-ES" sz="3000" b="0" i="0" u="none" strike="noStrike" kern="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acompañadas de los gráficos relevantes para entender la estructura de los datos.</a:t>
            </a: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1693718" y="23888367"/>
            <a:ext cx="7917871" cy="88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AJUSTE DE DISTRIBUCIONES</a:t>
            </a:r>
          </a:p>
        </p:txBody>
      </p:sp>
      <p:sp>
        <p:nvSpPr>
          <p:cNvPr id="17" name="Text Box 272"/>
          <p:cNvSpPr txBox="1">
            <a:spLocks noChangeArrowheads="1"/>
          </p:cNvSpPr>
          <p:nvPr/>
        </p:nvSpPr>
        <p:spPr bwMode="auto">
          <a:xfrm>
            <a:off x="1413164" y="25240966"/>
            <a:ext cx="8769927" cy="6332085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  <p:txBody>
          <a:bodyPr wrap="square" lIns="163623" tIns="163623" rIns="163623" bIns="163623">
            <a:spAutoFit/>
          </a:bodyPr>
          <a:lstStyle>
            <a:lvl1pPr defTabSz="8382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419100" defTabSz="8382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838200" defTabSz="8382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257300" defTabSz="8382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676400" defTabSz="8382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1336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5908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0480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052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b="1" kern="0" dirty="0">
                <a:solidFill>
                  <a:prstClr val="black"/>
                </a:solidFill>
                <a:latin typeface="Calibri"/>
              </a:rPr>
              <a:t>Búsqueda de una distribución de probabilidad de la variable “principal” a partir de los datos que permita  describir la población.</a:t>
            </a: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b="1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b="1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b="1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1346872" y="3557262"/>
            <a:ext cx="9185564" cy="168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INTERVALOS DE CONFIANZA Y CONTRASTE DE HIPÓTESIS</a:t>
            </a:r>
          </a:p>
        </p:txBody>
      </p:sp>
      <p:sp>
        <p:nvSpPr>
          <p:cNvPr id="19" name="Text Box 272"/>
          <p:cNvSpPr txBox="1">
            <a:spLocks noChangeArrowheads="1"/>
          </p:cNvSpPr>
          <p:nvPr/>
        </p:nvSpPr>
        <p:spPr bwMode="auto">
          <a:xfrm>
            <a:off x="11346873" y="5305047"/>
            <a:ext cx="9201786" cy="910207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  <p:txBody>
          <a:bodyPr wrap="square" lIns="163623" tIns="163623" rIns="163623" bIns="163623">
            <a:spAutoFit/>
          </a:bodyPr>
          <a:lstStyle>
            <a:lvl1pPr defTabSz="8382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419100" defTabSz="8382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838200" defTabSz="8382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257300" defTabSz="8382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676400" defTabSz="8382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1336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5908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0480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052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kern="0" dirty="0">
                <a:solidFill>
                  <a:prstClr val="black"/>
                </a:solidFill>
                <a:latin typeface="Calibri"/>
              </a:rPr>
              <a:t>Cálculo de intervalos de confianza para los parámetros de la población, y planteamiento de los contrastes de hipótesis que sean relevantes para la consecución de los objetivos.</a:t>
            </a: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12573000" y="14957416"/>
            <a:ext cx="6749532" cy="88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REGRESIÓN MÚLTIPLE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13624760" y="26399205"/>
            <a:ext cx="4629787" cy="88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CONCLUSIONES</a:t>
            </a:r>
          </a:p>
        </p:txBody>
      </p:sp>
      <p:sp>
        <p:nvSpPr>
          <p:cNvPr id="22" name="Text Box 272"/>
          <p:cNvSpPr txBox="1">
            <a:spLocks noChangeArrowheads="1"/>
          </p:cNvSpPr>
          <p:nvPr/>
        </p:nvSpPr>
        <p:spPr bwMode="auto">
          <a:xfrm>
            <a:off x="11188729" y="27287931"/>
            <a:ext cx="9185563" cy="4485425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  <p:txBody>
          <a:bodyPr wrap="square" lIns="163623" tIns="163623" rIns="163623" bIns="163623">
            <a:spAutoFit/>
          </a:bodyPr>
          <a:lstStyle>
            <a:lvl1pPr defTabSz="8382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419100" defTabSz="8382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838200" defTabSz="8382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257300" defTabSz="8382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676400" defTabSz="8382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1336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5908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0480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05200" defTabSz="838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kern="0" dirty="0">
                <a:solidFill>
                  <a:prstClr val="black"/>
                </a:solidFill>
                <a:latin typeface="Calibri"/>
              </a:rPr>
              <a:t>Resumen de resultados y su relación con los objetivos </a:t>
            </a:r>
            <a:r>
              <a:rPr lang="es-ES" sz="3000" kern="0">
                <a:solidFill>
                  <a:prstClr val="black"/>
                </a:solidFill>
                <a:latin typeface="Calibri"/>
              </a:rPr>
              <a:t>inicialmente planteados.</a:t>
            </a: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0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5994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000" b="0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69344B-D3C9-FE48-A66A-4F4170021097}"/>
              </a:ext>
            </a:extLst>
          </p:cNvPr>
          <p:cNvSpPr txBox="1"/>
          <p:nvPr/>
        </p:nvSpPr>
        <p:spPr>
          <a:xfrm>
            <a:off x="5041323" y="106928"/>
            <a:ext cx="11862953" cy="88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Ingeniería Informática – 2025/2026</a:t>
            </a:r>
          </a:p>
        </p:txBody>
      </p:sp>
    </p:spTree>
    <p:extLst>
      <p:ext uri="{BB962C8B-B14F-4D97-AF65-F5344CB8AC3E}">
        <p14:creationId xmlns:p14="http://schemas.microsoft.com/office/powerpoint/2010/main" val="26548364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</TotalTime>
  <Words>192</Words>
  <Application>Microsoft Office PowerPoint</Application>
  <PresentationFormat>Personalizado</PresentationFormat>
  <Paragraphs>75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Universidad Carlos III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MONTES BOTELLA, CARLOS</dc:creator>
  <cp:lastModifiedBy>amalonso@est-econ.uc3m.es</cp:lastModifiedBy>
  <cp:revision>12</cp:revision>
  <dcterms:created xsi:type="dcterms:W3CDTF">2018-05-18T08:21:06Z</dcterms:created>
  <dcterms:modified xsi:type="dcterms:W3CDTF">2025-07-16T16:23:43Z</dcterms:modified>
</cp:coreProperties>
</file>